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一款专为大学生设计的智能工具——“每日学习计划生成Skill”。这个项目旨在通过语音交互，帮助同学们解决学习时间管理混乱、效率低下的问题，开启一个智能规划的新纪元。接下来，我将从项目背景、设计思路、技术实现和未来展望等几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会介绍项目的背景和价值。接着，深入剖析Skill的设计细节。然后，我们会一起看看具体的代码实现。之后，通过实际场景演示Skill的功能。最后，对项目进行总结并展望未来的发展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首先我们来看项目背景。当代大学生普遍面临着学习困境。信息过载让他们迷失方向，时间管理能力的不足导致效率低下，而传统的工具又无法满足个性化的学习需求。这些痛点正是我们项目想要解决的问题。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的项目目的非常明确：简化规划流程，实现个性化定制，提升学习效率，并培养用户的规划习惯。我们的价值主张可以概括为四个词：智能、便捷、个性化和专注。我们希望通过语音交互这种最自然的方式，为学生提供一个纯粹、高效的学习规划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Skill的设计详解。一个Skill的灵魂在于它的意图设计。我们设计了多种触发方式，用户可以直接打开Skill，也可以直接下达指令。核心意图包括启动、创建计划、获取计划、帮助和退出，覆盖了用户从进入到离开的全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为了让交互更自然，我们设计了多轮对话流程。从欢迎语开始，Skill会一步步引导用户提供可用时间、学习任务和优先级等信息。这个过程就像和一位贴心的学习顾问聊天，轻松完成复杂的规划工作。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优秀的Skill不仅要能处理常规情况，更要能应对各种意外。我们制定了详细的核心规则，比如如何拆分长任务、如何处理优先级。同时，我们也考虑了各种边界条件，比如用户输入无效时间、任务总时长超出可用时间等，确保Skill在任何情况下都能给出友好、合理的反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现在我们深入技术内核，看看代码是如何实现的。我们的项目基于Python和Amazon的ASK SDK开发，部署在AWS Lambda上。整个项目结构清晰，主处理逻辑和计划生成逻辑分开，便于维护和扩展。核心依赖主要是ASK核心库和一个时间处理库。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`lambda_function.py`中的核心代码。我们可以看到，代码通过不同的`Handler`来处理不同的用户意图。比如，`LaunchRequestHandler`处理启动事件，而`CreateStudyPlanIntentHandler`则是核心，它负责提取用户的语音输入，调用计划生成函数，并最终构建回复语音。整个流程清晰明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真正的“大脑”在于`plan_generator.py`这个文件。这个`generate_study_plan`函数实现了我们之前设计的所有规则。它首先解析用户输入，然后进行边界检查，接着处理优先级，最后通过一个简单的循环算法，将任务分配到具体的时间段，并格式化输出。这就是整个智能规划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理论说完了，我们来看实际效果。这是一个标准的使用流程。用户告诉Skill可用时间、学习任务和优先级，Skill就能快速生成一份合理的学习计划，并考虑到了长时间学习后的休息建议。整个过程非常流畅自然。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除了标准流程，我们的Skill也能很好地处理各种边界情况。比如当用户计划的任务总时长超过可用时间时，Skill会智能地提醒用户，并给出调整建议。此外，用户还可以随时查询今天生成的计划，非常方便。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最后，我们来总结一下。本项目成功构建了一个完整的对话系统，实现了核心的业务逻辑，并验证了技术的可行性。最重要的是，它达到了我们最初设定的目标，能够切实帮助用户解决学习规划的难题。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展望未来，这个项目还有很大的潜力。我们可以引入机器学习，让推荐更智能；可以整合更多生态服务，如日历和提醒；还可以优化用户体验，开发配套的App。我们希望它能从一个简单的计划生成器，成长为一个真正懂用户、能陪伴用户成长的“AI学习伙伴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18.svg"/><Relationship Id="rId16" Type="http://schemas.openxmlformats.org/officeDocument/2006/relationships/image" Target="../media/image17.png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9" Type="http://schemas.openxmlformats.org/officeDocument/2006/relationships/notesSlide" Target="../notesSlides/notesSlide7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44.svg"/><Relationship Id="rId16" Type="http://schemas.openxmlformats.org/officeDocument/2006/relationships/image" Target="../media/image43.png"/><Relationship Id="rId15" Type="http://schemas.openxmlformats.org/officeDocument/2006/relationships/image" Target="../media/image42.svg"/><Relationship Id="rId14" Type="http://schemas.openxmlformats.org/officeDocument/2006/relationships/image" Target="../media/image41.png"/><Relationship Id="rId13" Type="http://schemas.openxmlformats.org/officeDocument/2006/relationships/image" Target="../media/image40.svg"/><Relationship Id="rId12" Type="http://schemas.openxmlformats.org/officeDocument/2006/relationships/image" Target="../media/image39.png"/><Relationship Id="rId11" Type="http://schemas.openxmlformats.org/officeDocument/2006/relationships/image" Target="../media/image38.svg"/><Relationship Id="rId10" Type="http://schemas.openxmlformats.org/officeDocument/2006/relationships/image" Target="../media/image37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svg"/><Relationship Id="rId8" Type="http://schemas.openxmlformats.org/officeDocument/2006/relationships/image" Target="../media/image29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4.svg"/><Relationship Id="rId12" Type="http://schemas.openxmlformats.org/officeDocument/2006/relationships/image" Target="../media/image53.png"/><Relationship Id="rId11" Type="http://schemas.openxmlformats.org/officeDocument/2006/relationships/image" Target="../media/image52.svg"/><Relationship Id="rId10" Type="http://schemas.openxmlformats.org/officeDocument/2006/relationships/image" Target="../media/image51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1.jpeg"/><Relationship Id="rId7" Type="http://schemas.openxmlformats.org/officeDocument/2006/relationships/image" Target="../media/image60.svg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1.svg"/><Relationship Id="rId6" Type="http://schemas.openxmlformats.org/officeDocument/2006/relationships/image" Target="../media/image70.png"/><Relationship Id="rId5" Type="http://schemas.openxmlformats.org/officeDocument/2006/relationships/image" Target="../media/image69.svg"/><Relationship Id="rId4" Type="http://schemas.openxmlformats.org/officeDocument/2006/relationships/image" Target="../media/image68.png"/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3.png"/><Relationship Id="rId1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2814">
              <a:alpha val="5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667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大学生每日学习计划生成Skill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06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设计与实现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63500" cy="222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651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16764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项目介绍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481">
            <a:off x="952512" y="2406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603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赋能高效学习，开启智能规划新纪元。从教育痛点出发，探索AI技术在个人成长与学习路径规划中的创新应用与核心价值。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085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1524000"/>
            <a:ext cx="63500" cy="222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699000" y="1651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588000" y="16764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Skill设计详解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481">
            <a:off x="4699012" y="2406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99000" y="2603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构建流畅智能的对话体验。解析自然语言交互流程，定义核心意图与实体参数，打造符合用户直觉、响应精准的交互逻辑架构。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191500" y="1524000"/>
            <a:ext cx="63500" cy="222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82000" y="1651000"/>
            <a:ext cx="76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71000" y="1676400"/>
            <a:ext cx="2349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代码实现解析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3481">
            <a:off x="8382012" y="2406650"/>
            <a:ext cx="323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82000" y="2603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深入Skill的技术内核。拆解后端服务接口、数据处理逻辑与状态管理机制，展示如何通过代码将设计理念转化为稳定可靠的功能模块。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000500"/>
            <a:ext cx="5359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000500"/>
            <a:ext cx="635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127500"/>
            <a:ext cx="88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68500" y="4152900"/>
            <a:ext cx="381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功能演示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703">
            <a:off x="952508" y="4819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52500" y="49530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眼见为实的智能规划。通过实际场景操作，直观展示Skill在处理复杂用户需求、动态生成学习计划及多轮对话中的表现，验证系统的实用性与流畅度。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4000500"/>
            <a:ext cx="53594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350000" y="4000500"/>
            <a:ext cx="63500" cy="209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540500" y="4127500"/>
            <a:ext cx="88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56500" y="4152900"/>
            <a:ext cx="381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8703">
            <a:off x="6540508" y="4819650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40500" y="49530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回顾成果，展望未来。总结项目实施过程中的关键技术突破与用户反馈，探讨产品迭代方向与未来在教育智能化领域的延伸与发展可能性。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项目介绍：当代大学生的学习困境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信息过载与目标迷失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、社团、实习等多重事务将大学生的时间切割成碎片。面对海量信息与无序任务，学生常因缺乏优先级判断陷入迷茫，精力被分散在无效的信息筛选中，难以锚定清晰的学习目标，陷入“看似忙碌实则低效”的状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13500" y="171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时间管理能力普遍不足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2225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数学生缺乏系统化的时间规划训练，习惯性拖延与“临时抱佛脚”成为常态。他们渴望提升学习效率，却没有掌握科学的时间管理方法，也缺乏适配学习场景的辅助工具，导致学习节奏混乱，重要任务反复积压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06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" y="425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个性化需求难以满足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7625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位学生的专业方向、课程难度、学习习惯与成长目标截然不同。传统的通用学习模板千篇一律，无法适配个体差异，导致学生在执行计划时容易产生抵触心理，不仅难以坚持，更无法获得针对性的学习路径和提升建议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0640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406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13500" y="42545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适配学习的技术工具缺失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4762500"/>
            <a:ext cx="482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面上的待办与日历类应用功能繁杂且通用化，未针对学习场景做深度定制。缺乏对课程周期、复习节奏、知识关联的适配设计，学生难以用现有工具搭建专属的高效学习体系，数字化辅助学习的价值未能在校园场景中充分发挥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项目介绍：项目目的与价值主张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616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2616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6764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637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简化规划流程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14400" y="2133600"/>
            <a:ext cx="2311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通过自然语言交互替代传统手动输入，跳过繁琐设置，一键生成逻辑清晰、可直接执行的结构化学习计划。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14400" y="2921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90600" y="2946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痛点直击：告别复杂表单与格式调整，节省50%计划制定时间。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1524000"/>
            <a:ext cx="2616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30600" y="1524000"/>
            <a:ext cx="2616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6764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38600" y="16637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个性化定制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83000" y="2133600"/>
            <a:ext cx="2311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基于用户的专业背景、课程负荷与个人进度，系统动态生成最适合其当前阶段的专属学习成长方案。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2921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59200" y="2946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核心优势：千人千面，拒绝脱离实际的通用模板。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99200" y="1524000"/>
            <a:ext cx="2616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99200" y="1524000"/>
            <a:ext cx="2616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1600" y="16764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07200" y="16637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提升学习效率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51600" y="2133600"/>
            <a:ext cx="2311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科学分配每日学习时段，设定可量化的阶段性目标，通过合理的节奏管理有效克服拖延，优化产出比。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51600" y="2921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27800" y="2946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行动导向：让时间投入转化为可见的知识增量。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067800" y="1524000"/>
            <a:ext cx="26162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067800" y="1524000"/>
            <a:ext cx="26162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20200" y="1676400"/>
            <a:ext cx="279400" cy="279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9575800" y="1663700"/>
            <a:ext cx="196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培养规划习惯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20200" y="2133600"/>
            <a:ext cx="23114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以每日使用为切入点，通过正向反馈机制，帮助用户在潜移默化中建立长期、自律的时间管理与规划思维。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20200" y="2921000"/>
            <a:ext cx="2311400" cy="57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296400" y="29464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长远影响：授人以渔，受益终身的能力培养。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3810000"/>
            <a:ext cx="26162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4400" y="39370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333500" y="393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 Intelligent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14400" y="4381500"/>
            <a:ext cx="231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依托算法模型智能拆解复杂任务，动态适配可用时间，让计划不仅合理，更具前瞻性。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914400" y="4978400"/>
            <a:ext cx="23114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965200" y="5003800"/>
            <a:ext cx="2209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50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懂你的计划，更懂你的节奏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3530600" y="3810000"/>
            <a:ext cx="26162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83000" y="3937000"/>
            <a:ext cx="304800" cy="3048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4102100" y="393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便捷 Convenient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3683000" y="4381500"/>
            <a:ext cx="231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全语音交互设计，无需屏幕操作，无论是在路上还是睡前，随时随地方便创建。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683000" y="4978400"/>
            <a:ext cx="23114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3733800" y="5003800"/>
            <a:ext cx="2209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50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动口不动手，效率新体验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6299200" y="3810000"/>
            <a:ext cx="26162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51600" y="3937000"/>
            <a:ext cx="304800" cy="304800"/>
          </a:xfrm>
          <a:prstGeom prst="rect">
            <a:avLst/>
          </a:prstGeom>
        </p:spPr>
      </p:pic>
      <p:sp>
        <p:nvSpPr>
          <p:cNvPr id="46" name="AutoShape 46"/>
          <p:cNvSpPr/>
          <p:nvPr/>
        </p:nvSpPr>
        <p:spPr>
          <a:xfrm>
            <a:off x="6870700" y="393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 Personalized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451600" y="4381500"/>
            <a:ext cx="231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深度定制学习内容与节奏，根据用户的历史数据持续进化，匹配独一无二的成长路径。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6451600" y="4978400"/>
            <a:ext cx="23114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6502400" y="5003800"/>
            <a:ext cx="2209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50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为你量身定制的学习方案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9067800" y="3810000"/>
            <a:ext cx="26162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96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20200" y="3937000"/>
            <a:ext cx="304800" cy="304800"/>
          </a:xfrm>
          <a:prstGeom prst="rect">
            <a:avLst/>
          </a:prstGeom>
        </p:spPr>
      </p:pic>
      <p:sp>
        <p:nvSpPr>
          <p:cNvPr id="52" name="AutoShape 52"/>
          <p:cNvSpPr/>
          <p:nvPr/>
        </p:nvSpPr>
        <p:spPr>
          <a:xfrm>
            <a:off x="9639300" y="3937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 Focused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9220200" y="4381500"/>
            <a:ext cx="2311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剔除娱乐与社交干扰，功能纯粹聚焦于学习场景，帮助用户在执行中保持高度沉浸。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9220200" y="4978400"/>
            <a:ext cx="23114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5" name="AutoShape 55"/>
          <p:cNvSpPr/>
          <p:nvPr/>
        </p:nvSpPr>
        <p:spPr>
          <a:xfrm>
            <a:off x="9271000" y="5003800"/>
            <a:ext cx="2209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550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纯粹工具，极致专注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762000" y="5651500"/>
            <a:ext cx="1092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57"/>
          <p:cNvSpPr/>
          <p:nvPr/>
        </p:nvSpPr>
        <p:spPr>
          <a:xfrm>
            <a:off x="762000" y="5651500"/>
            <a:ext cx="508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1016000" y="5740400"/>
            <a:ext cx="1041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愿景：让每一位大学生都能拥有专属的智能学习助手。通过语音交互与智能算法的深度融合，我们致力于将复杂的学习规划变得简单自然，用科技赋能高效成长，让“每日进步”成为一种轻松且可持续的习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Skill设计详解：触发与意图设计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Skill的核心是理解用户的意图并做出相应的回应。通过定义精准的触发方式与结构化的意图体系，我们能为用户提供从唤醒、交互到结束的全流程流畅语音体验。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5143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159000"/>
            <a:ext cx="514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2352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直接启动模式 (Launch)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5908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open College Study Planner”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2971800"/>
            <a:ext cx="488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基础唤醒入口，用户通过此指令打开应用，进入Skill的初始欢迎界面，开启后续交互流程。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63814">
            <a:off x="5556250" y="28194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286500" y="2159000"/>
            <a:ext cx="51435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86500" y="2159000"/>
            <a:ext cx="51435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235200"/>
            <a:ext cx="4889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深层意图直达 (Direct Invocation)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13500" y="25908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ask Planner to create a plan for today”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971800"/>
            <a:ext cx="4889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跳过启动寒暄，一步直达核心功能。适用于用户已熟悉操作，需高效完成任务的高频使用场景。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3683000"/>
            <a:ext cx="20828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3683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3873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95400" y="38735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启动意图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14400" y="4318000"/>
            <a:ext cx="182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LaunchRequest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14400" y="4699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Skill被唤醒时的第一响应。输出个性化欢迎语，并清晰提示用户当前可用的核心功能，引导后续操作。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946400" y="3683000"/>
            <a:ext cx="20828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2946400" y="3683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98800" y="3873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479800" y="38735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创建计划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098800" y="4318000"/>
            <a:ext cx="182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CreatePlanIntent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098800" y="4699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核心业务逻辑。通过多轮对话收集课程安排、空闲时段等关键信息，基于算法自动生成合理的当日学习计划。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130800" y="3683000"/>
            <a:ext cx="20828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5130800" y="3683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3200" y="3873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664200" y="38735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获取计划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283200" y="4318000"/>
            <a:ext cx="182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GetPlanIntent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5283200" y="4699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数据查询接口。响应用户回顾需求，从存储中调取当日已生成的学习计划，清晰播报任务清单与时间节点。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315200" y="3683000"/>
            <a:ext cx="20828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315200" y="3683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7600" y="3873500"/>
            <a:ext cx="304800" cy="3048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848600" y="38735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帮助指引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467600" y="4318000"/>
            <a:ext cx="182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HelpIntent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467600" y="4699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用户支持模块。当用户发出“帮助”指令时，提供Skill的功能简介、常用指令示例，降低用户的使用门槛。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499600" y="3683000"/>
            <a:ext cx="2082800" cy="2730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9499600" y="3683000"/>
            <a:ext cx="20828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52000" y="3873500"/>
            <a:ext cx="304800" cy="3048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10033000" y="3873500"/>
            <a:ext cx="1498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结束交互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652000" y="4318000"/>
            <a:ext cx="1828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Cancel/StopIntent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652000" y="4699000"/>
            <a:ext cx="1828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流程闭环设计。响应“取消”或“停止”指令，释放资源并友好告别，确保用户在任何时候都能优雅退出。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Skill设计详解：对话流程与用户交互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欢迎与引导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以亲切的开场白启动交互，明确Skill的核心价值定位，在第一时间建立用户信任并自然引导进入核心功能。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365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open College Study Planner.”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81500"/>
            <a:ext cx="3111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445000"/>
            <a:ext cx="2857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Alexa：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“欢迎使用大学生学习计划生成器！我可以帮你科学规划今天的学习任务。请问你今天大概有多少小时可以用来专注学习呢？”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0400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609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收集核心信息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609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采用多轮渐进式提问策略，避免信息过载。从时间资源到具体任务，层层递进获取制定计划所需的关键参数。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787900" y="3365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“下午和晚上大概有4个小时。我需要复习数据结构2小时，还要写一份英语报告1.5小时。”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60900" y="4381500"/>
            <a:ext cx="3111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87900" y="4445000"/>
            <a:ext cx="2857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Alexa：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“收到，总时长约3.5小时。为了更合理地安排顺序，请问这两项任务中，你认为哪一项的优先级更高，需要优先完成？”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1524000"/>
            <a:ext cx="3492500" cy="469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1714500"/>
            <a:ext cx="311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计划生成与播报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2286000"/>
            <a:ext cx="311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基于用户输入的多维数据，后台引擎自动进行时间分配与任务调度，最终生成个性化、可执行的学习行动指南。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82000" y="3302000"/>
            <a:ext cx="31115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09000" y="3365500"/>
            <a:ext cx="285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“数据结构比较重要，希望能优先处理。”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381500"/>
            <a:ext cx="3111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09000" y="4445000"/>
            <a:ext cx="2857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Alexa：</a:t>
            </a: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“好的，已为你生成今天的学习计划。优先安排数据结构复习，建议在精力最充沛的前2小时完成；随后安排1.5小时撰写英语报告，中间可休息15分钟。这样既保证了重点任务，也兼顾了效率。”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Skill设计详解：核心规则与边界条件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334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时间分配规则：科学拆解与动态适配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540000"/>
            <a:ext cx="279400" cy="279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514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任务智能拆分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2984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单次任务超过90分钟自动拆分为多阶段执行，在关键节点主动建议休息，防止长时间学习产生的认知疲劳。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2413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25400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25146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优先级动态排序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2984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系统识别任务权重，将核心学习项优先前置。在时间资源有限时，优先保障高价值任务的执行窗口。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254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381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460500" y="43561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遵循输入时序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" y="482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无特殊指令时，严格匹配用户的输入逻辑与时间线。符合用户的自然规划直觉，减少认知干扰。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4254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7600" y="43815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064000" y="43561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间隙价值填充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57600" y="4826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档期未满时，自动推荐错题回顾或短时预习等轻量化活动。最大化利用碎片化时间，提升学习密度。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90953">
            <a:off x="37846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350000" y="1524000"/>
            <a:ext cx="5334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350000" y="1524000"/>
            <a:ext cx="533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540500" y="1714500"/>
            <a:ext cx="495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边界条件：容错兜底与用户引导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540500" y="2413000"/>
            <a:ext cx="1638300" cy="2095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5654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604000" y="29845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格式纠错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604000" y="3429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输入非标准时间时，即时反馈并提供正确示例，引导用户快速修正。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255000" y="2413000"/>
            <a:ext cx="1638300" cy="209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82000" y="25654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318500" y="29845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容量预警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318500" y="3429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任务总和超限时，清晰告知缺口，并提供“删减任务”或“延长时间”选项。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944100" y="2413000"/>
            <a:ext cx="1638300" cy="2095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071100" y="25654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0007600" y="2984500"/>
            <a:ext cx="152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内容兜底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10007600" y="3429000"/>
            <a:ext cx="152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无有效任务时，主动推荐通用学习场景，如每日复盘或知识点速览。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6540500" y="4635500"/>
            <a:ext cx="50800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67500" y="4762500"/>
            <a:ext cx="254000" cy="2540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7048500" y="4762500"/>
            <a:ext cx="444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系统鲁棒性保障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6667500" y="5207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预设的规则引擎与多维度容错机制，Skill能够从容应对用户的非标准操作与极端场景。将复杂的技术判断转化为流畅、有温度的交互反馈，让智能学习助手在保证功能严谨性的同时，也能提供贴心的人性化服务体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代码实现解析：项目结构与核心依赖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461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461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8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项目目录结构设计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159000"/>
            <a:ext cx="5080000" cy="1841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79500" y="2222500"/>
            <a:ext cx="4889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A7F3D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college_study_planner/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lambda_function.py # 技能主入口，处理Alexa事件与请求</a:t>
            </a:r>
            <a:endParaRPr lang="en-US" sz="12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├── requirements.txt # 声明项目外部依赖包版本</a:t>
            </a:r>
            <a:endParaRPr lang="en-US" sz="12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└── utils/ # 业务逻辑解耦，独立的工具模块</a:t>
            </a:r>
            <a:endParaRPr lang="en-US" sz="1200" b="0" i="0" u="none" strike="noStrike">
              <a:solidFill>
                <a:srgbClr val="E5E7E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└── plan_generator.py # 核心算法：动态生成个性化学习计划</a:t>
            </a:r>
            <a:endParaRPr lang="en-US" sz="1200" b="0" i="0" u="none" strike="noStrike">
              <a:solidFill>
                <a:srgbClr val="9CA3A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477000" y="1397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477000" y="1397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67500" y="158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关键开发依赖库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67500" y="2159000"/>
            <a:ext cx="23495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94500" y="228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ask-sdk-core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94500" y="2794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Amazon Alexa Skills Kit 核心开发库，提供了处理请求、管理会话状态和构建响应的全套标准接口。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76291">
            <a:off x="8223250" y="3073422"/>
            <a:ext cx="184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9207500" y="2159000"/>
            <a:ext cx="23495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334500" y="22860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python-dateutil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34500" y="2794000"/>
            <a:ext cx="215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扩展了标准库的 datetime 模块，用于智能解析用户输入的自然语言时间，精准计算学习计划的时间节点。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5461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4635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2286000" y="4635500"/>
            <a:ext cx="374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部署：AWS Lambda 无服务器架构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286000" y="5080000"/>
            <a:ext cx="374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Python 代码打包上传至云端，利用其弹性伸缩能力处理并发请求。无需维护底层服务器，仅为实际运行的计算资源付费，是构建轻量级后端服务的理想选择。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73556">
            <a:off x="5524500" y="5327674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4445000"/>
            <a:ext cx="5207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t="370" b="370"/>
          <a:stretch>
            <a:fillRect/>
          </a:stretch>
        </p:blipFill>
        <p:spPr>
          <a:xfrm>
            <a:off x="6667500" y="46355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8001000" y="46355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开发：VS Code + Python 插件生态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01000" y="5080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现代化的轻量级编辑器，配合 Pylance 语言服务和 AWS Toolkit 插件，实现代码智能补全、本地调试与一键部署。极大提升了开发效率，让技术实现过程更加流畅。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代码实现解析：核心代码解析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6858000" cy="3048000"/>
          </a:xfrm>
          <a:prstGeom prst="roundRect">
            <a:avLst>
              <a:gd name="adj" fmla="val 0"/>
            </a:avLst>
          </a:prstGeom>
          <a:solidFill>
            <a:srgbClr val="1A1C21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858000" cy="355600"/>
          </a:xfrm>
          <a:prstGeom prst="roundRect">
            <a:avLst>
              <a:gd name="adj" fmla="val 0"/>
            </a:avLst>
          </a:prstGeom>
          <a:solidFill>
            <a:srgbClr val="282A3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4859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117600" y="1485900"/>
            <a:ext cx="127000" cy="1270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320800" y="1485900"/>
            <a:ext cx="127000" cy="127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651000" y="144780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A1A1A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lambda_function.py — Skill Entry Point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1841500"/>
            <a:ext cx="6604000" cy="247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1. 启动请求：响应用户唤醒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 LaunchRequestHandler(AbstractRequestHandler):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handle(self, h): speech = "欢迎使用学习计划生成器！"; return h.response_builder.speak(speech).response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2. 核心业务：提取槽位并生成计划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class CreateStudyPlanIntentHandler(AbstractRequestHandler):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handle(self, h):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slots = h.request_envelope.request.intent.slots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plan = generate_study_plan(slots["Hours"].value, slots["Tasks"].value)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h.response_builder.speak("已生成计划："+plan).response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74000" y="1397000"/>
            <a:ext cx="3937000" cy="3048000"/>
          </a:xfrm>
          <a:prstGeom prst="roundRect">
            <a:avLst>
              <a:gd name="adj" fmla="val 0"/>
            </a:avLst>
          </a:prstGeom>
          <a:solidFill>
            <a:srgbClr val="F0F9F2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64500" y="1587500"/>
            <a:ext cx="355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入口文件核心职责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64500" y="2159000"/>
            <a:ext cx="3556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 Alexa Skill 的“大脑”，lambda_function.py 负责统一接收并分发所有用户请求。它通过定义不同的 RequestHandler，将复杂的语音交互拆解为可复用的逻辑单元，实现了从用户语音指令到业务执行结果的精准流转，是整个技能的调度中枢。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461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800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LaunchRequestHandler · 启动响应机制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3340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这是用户唤醒技能时触发的第一个逻辑节点。它不仅负责返回友好的欢迎语，还能通过 `ask()` 方法设置追问，引导用户提供关键信息（如学习时长、待办任务），从而平滑过渡到核心业务流程，提升交互体验。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75445">
            <a:off x="5461000" y="5581673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4699000"/>
            <a:ext cx="5461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77000" y="4699000"/>
            <a:ext cx="508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667500" y="48006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CreateStudyPlanIntentHandler · 智能生成引擎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67500" y="53340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这是技能的核心业务执行单元。它能够精准解析用户语音中的“可用时长”和“任务清单”等槽位信息，将其转化为结构化数据后，调用核心算法 `generate_study_plan` 生成个性化方案，并最终将结果语音化，完成从意图识别到服务交付的闭环。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代码实现解析：核心逻辑解析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715000" cy="3175000"/>
          </a:xfrm>
          <a:prstGeom prst="roundRect">
            <a:avLst>
              <a:gd name="adj" fmla="val 0"/>
            </a:avLst>
          </a:prstGeom>
          <a:solidFill>
            <a:srgbClr val="1F2937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715000" cy="355600"/>
          </a:xfrm>
          <a:prstGeom prst="roundRect">
            <a:avLst>
              <a:gd name="adj" fmla="val 0"/>
            </a:avLst>
          </a:prstGeom>
          <a:solidFill>
            <a:srgbClr val="374151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4859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92200" y="1485900"/>
            <a:ext cx="127000" cy="1270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295400" y="1485900"/>
            <a:ext cx="127000" cy="1270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587500" y="1435100"/>
            <a:ext cx="254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plan_generator.py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63600" y="1841500"/>
            <a:ext cx="5524500" cy="260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</a:t>
            </a:r>
            <a:r>
              <a:rPr lang="en-US" sz="12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generate_study_plan</a:t>
            </a: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(hours, tasks, priority=None):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1. 解析输入与边界校验，确保数据有效性</a:t>
            </a:r>
            <a:endParaRPr lang="en-US" sz="1200" b="0" i="0" u="none" strike="noStrike">
              <a:solidFill>
                <a:srgbClr val="78787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total = sum(t['h'] for t in tasks)</a:t>
            </a:r>
            <a:endParaRPr lang="en-US" sz="12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total &gt; float(hours):</a:t>
            </a: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200" b="0" i="0" u="none" strike="noStrike">
                <a:solidFill>
                  <a:srgbClr val="98C37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"任务过载，请调整！"</a:t>
            </a:r>
            <a:endParaRPr lang="en-US" sz="1200" b="0" i="0" u="none" strike="noStrike">
              <a:solidFill>
                <a:srgbClr val="98C379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8787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2. 核心调度：优先级置顶与时间轴映射</a:t>
            </a:r>
            <a:endParaRPr lang="en-US" sz="1200" b="0" i="0" u="none" strike="noStrike">
              <a:solidFill>
                <a:srgbClr val="78787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plan, current = [], 14.0 # 14:00作为学习起始点</a:t>
            </a:r>
            <a:endParaRPr lang="en-US" sz="12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 in sorted_tasks:</a:t>
            </a:r>
            <a:r>
              <a:rPr lang="en-US" sz="1200" b="0" i="0" u="none" strike="noStrike">
                <a:solidFill>
                  <a:srgbClr val="78787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循环分配时段</a:t>
            </a:r>
            <a:endParaRPr lang="en-US" sz="1200" b="0" i="0" u="none" strike="noStrike">
              <a:solidFill>
                <a:srgbClr val="787878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plan.append(f"{current:.1f}~{current+t['h']:.1f} {t['name']}")</a:t>
            </a:r>
            <a:endParaRPr lang="en-US" sz="12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current += t['h']</a:t>
            </a:r>
            <a:endParaRPr lang="en-US" sz="12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200" b="0" i="0" u="none" strike="noStrike">
                <a:solidFill>
                  <a:srgbClr val="ABB2B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"\n".join(plan)</a:t>
            </a:r>
            <a:endParaRPr lang="en-US" sz="1200" b="0" i="0" u="none" strike="noStrike">
              <a:solidFill>
                <a:srgbClr val="ABB2BF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699000"/>
            <a:ext cx="5715000" cy="1714500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89000" y="4826000"/>
            <a:ext cx="546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核心算法引擎：从逻辑到落地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9000" y="52705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段代码是学习计划生成器的“大脑”。它将用户的自然语言输入转化为数学模型，通过边界条件过滤无效请求，利用贪心算法完成时间片的动态分配。最终将结构化数据转化为用户可理解的执行计划，实现了从需求到方案的全自动转化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1296">
            <a:off x="4222750" y="3898908"/>
            <a:ext cx="501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921500" y="1397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921500" y="1397000"/>
            <a:ext cx="241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8500" y="15494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66000" y="1524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解析输入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048500" y="196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将用户输入的字符串转化为程序可处理的数值类型与任务对象，清洗数据，为后续计算建立基础。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61500" y="13970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461500" y="1397000"/>
            <a:ext cx="241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8500" y="15494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906000" y="15240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边界检查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588500" y="196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自动计算任务总耗时与可用时间，若任务总量超出负荷，立即终止流程并反馈提示，保障计划合理性。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921500" y="3238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921500" y="3238500"/>
            <a:ext cx="241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48500" y="33909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3365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优先级处理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048500" y="3810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识别用户标记的重点任务，通过列表重排算法将其置于队列前端，确保核心学习目标优先获得资源。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461500" y="3238500"/>
            <a:ext cx="2413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9461500" y="3238500"/>
            <a:ext cx="2413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88500" y="33909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906000" y="33655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动态调度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588500" y="3810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从预设学习起点（如14:00）开始，迭代累加任务耗时，为每个学习项生成精确的起止时间区间。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921500" y="5080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48500" y="5181600"/>
            <a:ext cx="228600" cy="2286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366000" y="51562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人性化输出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7048500" y="552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将机器生成的时间数据转化为口语化、自然流畅的中文执行计划，降低用户认知成本。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9461500" y="5080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FFF7ED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88500" y="5181600"/>
            <a:ext cx="228600" cy="228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9906000" y="5156200"/>
            <a:ext cx="1905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结果交付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588500" y="5524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一键生成可执行的学习路线图，让抽象的“要学习”变成具体的“几点到几点做什么”。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功能演示：标准流程演示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62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用户发起指令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032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open College Study Planner.”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唤醒学习计划生成技能。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857500"/>
            <a:ext cx="3175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79500" y="29210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系统响应：欢迎使用！我可以帮你规划今天的学习。请问你今天有多少小时可以用来学习呢？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085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08500" y="1397000"/>
            <a:ext cx="355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587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1562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关键信息交互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032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用户输入：4小时可用。需复习数据结构(2h)、撰写英语报告(1.5h)，且数据结构优先级更高。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2857500"/>
            <a:ext cx="3175000" cy="8255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29210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系统确认：总时长3.5h。根据你的优先级要求，将优先为核心学习任务分配完整时段。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255000" y="1397000"/>
            <a:ext cx="3556000" cy="2413000"/>
          </a:xfrm>
          <a:prstGeom prst="roundRect">
            <a:avLst>
              <a:gd name="adj" fmla="val 0"/>
            </a:avLst>
          </a:prstGeom>
          <a:solidFill>
            <a:srgbClr val="22C55E">
              <a:alpha val="9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500" y="1587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15621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智能计划输出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445500" y="2032000"/>
            <a:ext cx="3238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已为你生成个性化学习时间表。基于核心任务优先原则，结合人体工学设置休息间隔。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445500" y="2857500"/>
            <a:ext cx="32385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572500" y="2921000"/>
            <a:ext cx="304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14:00-16:00 数据结构 | 16:15-17:45 英语报告</a:t>
            </a:r>
            <a:b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建议：高强度学习后休息15分钟，保持专注。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064000"/>
            <a:ext cx="11049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952500" y="4254500"/>
            <a:ext cx="1778000" cy="177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26" name="Connector 26"/>
          <p:cNvCxnSpPr/>
          <p:nvPr/>
        </p:nvCxnSpPr>
        <p:spPr>
          <a:xfrm rot="5374535">
            <a:off x="2190750" y="5105424"/>
            <a:ext cx="171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3238500" y="4254500"/>
            <a:ext cx="812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体验亮点：自然语音交互 + 动态时间规划引擎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238500" y="4826000"/>
            <a:ext cx="825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Skill打破了传统静态日程表的局限，通过拟人化的对话式界面，让用户无需复杂操作即可完成学习计划的制定。系统内置的算法能够实时处理用户输入的动态信息（如可用时长、任务权重），并输出符合认知科学的执行方案。这种“一问一答”的极简交互模式，完美适配了大学生碎片化、移动化的学习场景，让时间管理变得简单、高效且充满人性化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功能演示：边界条件处理演示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场景二：任务总时长超出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254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54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用户指令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29845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ask College Study Planner to create a plan with 3 hours of study time, tasks are '复习高数3小时' and '阅读文献2小时'.”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91000"/>
            <a:ext cx="4889500" cy="1968500"/>
          </a:xfrm>
          <a:prstGeom prst="roundRect">
            <a:avLst>
              <a:gd name="adj" fmla="val 0"/>
            </a:avLst>
          </a:prstGeom>
          <a:solidFill>
            <a:srgbClr val="DCFCE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318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18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智能响应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4762500"/>
            <a:ext cx="463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4532D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“你计划的任务总时长是5小时，而你今天只有3小时的学习时间。时间可能不够哦。你是想减少一些任务，还是延长总的学习时间呢？”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1524000"/>
            <a:ext cx="52705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70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17145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场景三：任务查询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2413000"/>
            <a:ext cx="4889500" cy="1587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0500" y="2540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540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用户指令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540500" y="2984500"/>
            <a:ext cx="463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“Alexa, ask College Study Planner to get my plan.”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4191000"/>
            <a:ext cx="4889500" cy="1968500"/>
          </a:xfrm>
          <a:prstGeom prst="roundRect">
            <a:avLst>
              <a:gd name="adj" fmla="val 0"/>
            </a:avLst>
          </a:prstGeom>
          <a:solidFill>
            <a:srgbClr val="DCFCE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4318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318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 智能响应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40500" y="4762500"/>
            <a:ext cx="4635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14532D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“你今天的学习计划是：下午2点到4点，学习数据结构复习。建议在此任务后休息15分钟。下午4点15分到5点45分，学习英语报告。”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总结与展望：项目总结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全流程对话系统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成功构建从意图精准识别、关键信息智能收集到个性化计划自动生成的完整对话闭环，让语音交互逻辑连贯、响应自然，符合用户使用习惯。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30600" y="1651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306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6576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核心逻辑固化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65760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将复杂的学习规划方法论转化为可执行的代码逻辑，把规划规则、优先级算法与数据处理流程标准化，确保系统输出结果的科学性与一致性。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99200" y="1651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992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262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技术路径验证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2620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充分验证了 Alexa Skills Kit 在教育领域的应用潜力，通过高效的开发流程完成了功能迭代，证明了语音技术辅助学习规划方案的技术可行性。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67800" y="1651000"/>
            <a:ext cx="26035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067800" y="1651000"/>
            <a:ext cx="2603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194800" y="1841500"/>
            <a:ext cx="234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应用价值落地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94800" y="2413000"/>
            <a:ext cx="2349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最终上线的 Skill 能够有效帮助用户简化学习规划步骤，大幅降低时间成本，在实际测试中展现出良好的实用性，达成了项目的预期建设目标。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318000"/>
            <a:ext cx="10922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5085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项目价值：从技术探索到解决实际问题的完整闭环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080000"/>
            <a:ext cx="1041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F2937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本项目不仅成功交付了一个功能完备的语音应用产品，更在实践中打通了“需求分析-技术实现-场景落地”的链路。对于大学生用户群体而言，这款 Alexa Skill 提供了一种全新的、更自然的学习规划辅助方式；对于开发团队而言，也积累了宝贵的语音交互系统开发经验，为后续智能化教育工具的演进奠定了坚实基础。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总结与展望：未来展望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78000"/>
            <a:ext cx="558800" cy="5588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" y="18542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803400"/>
            <a:ext cx="247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智能推荐引擎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540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引入先进的机器学习算法，基于用户历史学习数据进行深度行为分析。结合艾宾浩斯遗忘曲线理论，为每位用户定制专属的复习计划，实现从“人找任务”到“任务找人”的智能转变。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318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79500" y="4445000"/>
            <a:ext cx="285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不再是千篇一律的学习清单，而是懂你遗忘规律的AI学习助手，让每一次复习都发生在记忆的黄金临界点。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704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704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60900" y="1778000"/>
            <a:ext cx="558800" cy="5588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37100" y="18542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359400" y="1803400"/>
            <a:ext cx="247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全场景生态互联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2540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打通多平台数据壁垒，集成主流日历API实现日程同步；新增语音交互与智能提醒功能；支持周维度与月度的长周期计划管理，让学习安排无缝融入用户的日常生活与工作流中。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60900" y="4318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787900" y="4445000"/>
            <a:ext cx="285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生态愿景：</a:t>
            </a: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构建开放的工具平台，不仅是单一的应用，更是连接学习、工作与生活的智能枢纽，让计划执行无断点。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1524000"/>
            <a:ext cx="3492500" cy="4445000"/>
          </a:xfrm>
          <a:prstGeom prst="roundRect">
            <a:avLst>
              <a:gd name="adj" fmla="val 0"/>
            </a:avLst>
          </a:prstGeom>
          <a:solidFill>
            <a:srgbClr val="F0FDF4">
              <a:alpha val="92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191500" y="1524000"/>
            <a:ext cx="34925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382000" y="1778000"/>
            <a:ext cx="558800" cy="558800"/>
          </a:xfrm>
          <a:prstGeom prst="ellipse">
            <a:avLst/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58200" y="18542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080500" y="1803400"/>
            <a:ext cx="24765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多端体验革新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82000" y="2540000"/>
            <a:ext cx="311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打造情感化的交互界面，在用户完成目标时给予正向反馈，遇到困难时提供策略支持。同步开发移动端App与响应式网页端，通过可视化的数据看板，让学习成果与进度一目了然。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82000" y="4318000"/>
            <a:ext cx="31115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09000" y="4445000"/>
            <a:ext cx="2857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体验目标：</a:t>
            </a:r>
            <a:r>
              <a:rPr lang="en-US" sz="1300" b="0" i="0" u="none" strike="noStrike">
                <a:solidFill>
                  <a:srgbClr val="374151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从“工具”升级为“伙伴”，用有温度的设计降低用户的坚持成本，让每一次打开都是一次愉悦且充满成就感的互动。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7064</Words>
  <Application>WPS 演示</Application>
  <PresentationFormat/>
  <Paragraphs>397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Source Code Pro</vt:lpstr>
      <vt:lpstr>Segoe Print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刹那</cp:lastModifiedBy>
  <cp:revision>1</cp:revision>
  <dcterms:created xsi:type="dcterms:W3CDTF">2026-06-01T10:18:52Z</dcterms:created>
  <dcterms:modified xsi:type="dcterms:W3CDTF">2026-06-01T10:18:52Z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{"Label":"1","ContentProducer":"001191110102MACQD9K64010000","ProduceID":"7646369183350344913","ReservedCode1":"","ContentPropagator":"","PropagateID":"","ReservedCode2":""}</vt:lpwstr>
  </property>
  <property fmtid="{D5CDD505-2E9C-101B-9397-08002B2CF9AE}" pid="3" name="ICV">
    <vt:lpwstr>35931ABEFCEB4867BAF19DAD67D4319A_13</vt:lpwstr>
  </property>
  <property fmtid="{D5CDD505-2E9C-101B-9397-08002B2CF9AE}" pid="4" name="KSOProductBuildVer">
    <vt:lpwstr>2052-12.1.0.16120</vt:lpwstr>
  </property>
</Properties>
</file>